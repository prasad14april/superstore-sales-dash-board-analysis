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77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 Kulkarni" userId="c32e034ba3c684c1" providerId="LiveId" clId="{535765EC-E4B8-421B-8109-C8A216B99A24}"/>
    <pc:docChg chg="custSel addSld delSld modSld">
      <pc:chgData name="Prasad Kulkarni" userId="c32e034ba3c684c1" providerId="LiveId" clId="{535765EC-E4B8-421B-8109-C8A216B99A24}" dt="2025-11-08T17:36:13.169" v="1374" actId="20577"/>
      <pc:docMkLst>
        <pc:docMk/>
      </pc:docMkLst>
      <pc:sldChg chg="modSp mod modTransition modAnim">
        <pc:chgData name="Prasad Kulkarni" userId="c32e034ba3c684c1" providerId="LiveId" clId="{535765EC-E4B8-421B-8109-C8A216B99A24}" dt="2025-11-08T17:20:00.843" v="1099" actId="27636"/>
        <pc:sldMkLst>
          <pc:docMk/>
          <pc:sldMk cId="1726521920" sldId="257"/>
        </pc:sldMkLst>
        <pc:spChg chg="mod">
          <ac:chgData name="Prasad Kulkarni" userId="c32e034ba3c684c1" providerId="LiveId" clId="{535765EC-E4B8-421B-8109-C8A216B99A24}" dt="2025-11-08T17:14:18.507" v="1040" actId="27636"/>
          <ac:spMkLst>
            <pc:docMk/>
            <pc:sldMk cId="1726521920" sldId="257"/>
            <ac:spMk id="2" creationId="{8C2D4CC5-59DE-4D54-9738-92F39E2F2F24}"/>
          </ac:spMkLst>
        </pc:spChg>
        <pc:spChg chg="mod">
          <ac:chgData name="Prasad Kulkarni" userId="c32e034ba3c684c1" providerId="LiveId" clId="{535765EC-E4B8-421B-8109-C8A216B99A24}" dt="2025-11-08T17:20:00.843" v="1099" actId="27636"/>
          <ac:spMkLst>
            <pc:docMk/>
            <pc:sldMk cId="1726521920" sldId="257"/>
            <ac:spMk id="3" creationId="{C1E54DA2-E02B-40D7-9830-3433AF7ECBC1}"/>
          </ac:spMkLst>
        </pc:spChg>
      </pc:sldChg>
      <pc:sldChg chg="modSp mod">
        <pc:chgData name="Prasad Kulkarni" userId="c32e034ba3c684c1" providerId="LiveId" clId="{535765EC-E4B8-421B-8109-C8A216B99A24}" dt="2025-11-08T17:19:43.384" v="1095" actId="2711"/>
        <pc:sldMkLst>
          <pc:docMk/>
          <pc:sldMk cId="2295433161" sldId="258"/>
        </pc:sldMkLst>
        <pc:spChg chg="mod">
          <ac:chgData name="Prasad Kulkarni" userId="c32e034ba3c684c1" providerId="LiveId" clId="{535765EC-E4B8-421B-8109-C8A216B99A24}" dt="2025-11-08T17:12:44.065" v="1022" actId="14100"/>
          <ac:spMkLst>
            <pc:docMk/>
            <pc:sldMk cId="2295433161" sldId="258"/>
            <ac:spMk id="2" creationId="{E06C86E5-28C3-4D43-BD3D-083581FD331F}"/>
          </ac:spMkLst>
        </pc:spChg>
        <pc:spChg chg="mod">
          <ac:chgData name="Prasad Kulkarni" userId="c32e034ba3c684c1" providerId="LiveId" clId="{535765EC-E4B8-421B-8109-C8A216B99A24}" dt="2025-11-08T17:19:43.384" v="1095" actId="2711"/>
          <ac:spMkLst>
            <pc:docMk/>
            <pc:sldMk cId="2295433161" sldId="258"/>
            <ac:spMk id="3" creationId="{2A370116-4094-486F-B715-DE15B8F17B10}"/>
          </ac:spMkLst>
        </pc:spChg>
      </pc:sldChg>
      <pc:sldChg chg="modSp mod">
        <pc:chgData name="Prasad Kulkarni" userId="c32e034ba3c684c1" providerId="LiveId" clId="{535765EC-E4B8-421B-8109-C8A216B99A24}" dt="2025-11-08T17:19:13.091" v="1091" actId="20577"/>
        <pc:sldMkLst>
          <pc:docMk/>
          <pc:sldMk cId="2056702270" sldId="259"/>
        </pc:sldMkLst>
        <pc:spChg chg="mod">
          <ac:chgData name="Prasad Kulkarni" userId="c32e034ba3c684c1" providerId="LiveId" clId="{535765EC-E4B8-421B-8109-C8A216B99A24}" dt="2025-11-08T17:19:13.091" v="1091" actId="20577"/>
          <ac:spMkLst>
            <pc:docMk/>
            <pc:sldMk cId="2056702270" sldId="259"/>
            <ac:spMk id="3" creationId="{9FAB1F24-BAA9-4152-A14B-62DB7AC461C5}"/>
          </ac:spMkLst>
        </pc:spChg>
      </pc:sldChg>
      <pc:sldChg chg="addSp modSp mod">
        <pc:chgData name="Prasad Kulkarni" userId="c32e034ba3c684c1" providerId="LiveId" clId="{535765EC-E4B8-421B-8109-C8A216B99A24}" dt="2025-11-08T17:19:05.699" v="1089" actId="20577"/>
        <pc:sldMkLst>
          <pc:docMk/>
          <pc:sldMk cId="745104617" sldId="260"/>
        </pc:sldMkLst>
        <pc:spChg chg="mod">
          <ac:chgData name="Prasad Kulkarni" userId="c32e034ba3c684c1" providerId="LiveId" clId="{535765EC-E4B8-421B-8109-C8A216B99A24}" dt="2025-11-08T17:14:18.415" v="1039"/>
          <ac:spMkLst>
            <pc:docMk/>
            <pc:sldMk cId="745104617" sldId="260"/>
            <ac:spMk id="2" creationId="{F3185090-8E42-41D5-89AE-55CA50C0DC48}"/>
          </ac:spMkLst>
        </pc:spChg>
        <pc:spChg chg="mod">
          <ac:chgData name="Prasad Kulkarni" userId="c32e034ba3c684c1" providerId="LiveId" clId="{535765EC-E4B8-421B-8109-C8A216B99A24}" dt="2025-11-08T17:19:05.699" v="1089" actId="20577"/>
          <ac:spMkLst>
            <pc:docMk/>
            <pc:sldMk cId="745104617" sldId="260"/>
            <ac:spMk id="3" creationId="{902F05D5-68EA-4A27-BF80-A539629599A5}"/>
          </ac:spMkLst>
        </pc:spChg>
        <pc:picChg chg="add mod">
          <ac:chgData name="Prasad Kulkarni" userId="c32e034ba3c684c1" providerId="LiveId" clId="{535765EC-E4B8-421B-8109-C8A216B99A24}" dt="2025-11-08T17:19:01.497" v="1088" actId="14100"/>
          <ac:picMkLst>
            <pc:docMk/>
            <pc:sldMk cId="745104617" sldId="260"/>
            <ac:picMk id="5" creationId="{DFF6A35E-E533-464E-A046-8AACD562790C}"/>
          </ac:picMkLst>
        </pc:picChg>
      </pc:sldChg>
      <pc:sldChg chg="addSp modSp new mod">
        <pc:chgData name="Prasad Kulkarni" userId="c32e034ba3c684c1" providerId="LiveId" clId="{535765EC-E4B8-421B-8109-C8A216B99A24}" dt="2025-11-08T17:18:28.940" v="1081" actId="14100"/>
        <pc:sldMkLst>
          <pc:docMk/>
          <pc:sldMk cId="3016651781" sldId="261"/>
        </pc:sldMkLst>
        <pc:spChg chg="mod">
          <ac:chgData name="Prasad Kulkarni" userId="c32e034ba3c684c1" providerId="LiveId" clId="{535765EC-E4B8-421B-8109-C8A216B99A24}" dt="2025-11-08T17:14:18.415" v="1039"/>
          <ac:spMkLst>
            <pc:docMk/>
            <pc:sldMk cId="3016651781" sldId="261"/>
            <ac:spMk id="2" creationId="{67741E7A-056E-4C02-B05E-91604A36A156}"/>
          </ac:spMkLst>
        </pc:spChg>
        <pc:spChg chg="mod">
          <ac:chgData name="Prasad Kulkarni" userId="c32e034ba3c684c1" providerId="LiveId" clId="{535765EC-E4B8-421B-8109-C8A216B99A24}" dt="2025-11-08T17:18:15.917" v="1079" actId="255"/>
          <ac:spMkLst>
            <pc:docMk/>
            <pc:sldMk cId="3016651781" sldId="261"/>
            <ac:spMk id="3" creationId="{1FBB6D43-6233-48BC-9AB2-C9340E0BADD3}"/>
          </ac:spMkLst>
        </pc:spChg>
        <pc:picChg chg="add mod">
          <ac:chgData name="Prasad Kulkarni" userId="c32e034ba3c684c1" providerId="LiveId" clId="{535765EC-E4B8-421B-8109-C8A216B99A24}" dt="2025-11-08T17:18:28.940" v="1081" actId="14100"/>
          <ac:picMkLst>
            <pc:docMk/>
            <pc:sldMk cId="3016651781" sldId="261"/>
            <ac:picMk id="4" creationId="{4C209035-2EF2-4157-8C70-66A87FCB06D3}"/>
          </ac:picMkLst>
        </pc:picChg>
      </pc:sldChg>
      <pc:sldChg chg="addSp delSp modSp new mod">
        <pc:chgData name="Prasad Kulkarni" userId="c32e034ba3c684c1" providerId="LiveId" clId="{535765EC-E4B8-421B-8109-C8A216B99A24}" dt="2025-11-08T17:14:18.415" v="1039"/>
        <pc:sldMkLst>
          <pc:docMk/>
          <pc:sldMk cId="1442444972" sldId="262"/>
        </pc:sldMkLst>
        <pc:spChg chg="mod">
          <ac:chgData name="Prasad Kulkarni" userId="c32e034ba3c684c1" providerId="LiveId" clId="{535765EC-E4B8-421B-8109-C8A216B99A24}" dt="2025-11-08T17:14:18.415" v="1039"/>
          <ac:spMkLst>
            <pc:docMk/>
            <pc:sldMk cId="1442444972" sldId="262"/>
            <ac:spMk id="2" creationId="{79D94D4E-E55F-4ADE-BF43-86904E17431A}"/>
          </ac:spMkLst>
        </pc:spChg>
        <pc:spChg chg="del">
          <ac:chgData name="Prasad Kulkarni" userId="c32e034ba3c684c1" providerId="LiveId" clId="{535765EC-E4B8-421B-8109-C8A216B99A24}" dt="2025-11-08T16:41:30.493" v="397" actId="22"/>
          <ac:spMkLst>
            <pc:docMk/>
            <pc:sldMk cId="1442444972" sldId="262"/>
            <ac:spMk id="3" creationId="{EF93129E-A6D2-42F2-8FA7-6057839E45CE}"/>
          </ac:spMkLst>
        </pc:spChg>
        <pc:picChg chg="add mod ord">
          <ac:chgData name="Prasad Kulkarni" userId="c32e034ba3c684c1" providerId="LiveId" clId="{535765EC-E4B8-421B-8109-C8A216B99A24}" dt="2025-11-08T17:14:18.415" v="1039"/>
          <ac:picMkLst>
            <pc:docMk/>
            <pc:sldMk cId="1442444972" sldId="262"/>
            <ac:picMk id="5" creationId="{D93E16A0-ED4F-4619-98D4-B9634310F7BE}"/>
          </ac:picMkLst>
        </pc:picChg>
      </pc:sldChg>
      <pc:sldChg chg="new del">
        <pc:chgData name="Prasad Kulkarni" userId="c32e034ba3c684c1" providerId="LiveId" clId="{535765EC-E4B8-421B-8109-C8A216B99A24}" dt="2025-11-08T17:10:24.319" v="966" actId="2696"/>
        <pc:sldMkLst>
          <pc:docMk/>
          <pc:sldMk cId="1100279716" sldId="263"/>
        </pc:sldMkLst>
      </pc:sldChg>
      <pc:sldChg chg="addSp delSp modSp new mod">
        <pc:chgData name="Prasad Kulkarni" userId="c32e034ba3c684c1" providerId="LiveId" clId="{535765EC-E4B8-421B-8109-C8A216B99A24}" dt="2025-11-08T17:18:00.402" v="1077" actId="255"/>
        <pc:sldMkLst>
          <pc:docMk/>
          <pc:sldMk cId="1959096609" sldId="263"/>
        </pc:sldMkLst>
        <pc:spChg chg="mod">
          <ac:chgData name="Prasad Kulkarni" userId="c32e034ba3c684c1" providerId="LiveId" clId="{535765EC-E4B8-421B-8109-C8A216B99A24}" dt="2025-11-08T17:14:18.415" v="1039"/>
          <ac:spMkLst>
            <pc:docMk/>
            <pc:sldMk cId="1959096609" sldId="263"/>
            <ac:spMk id="2" creationId="{5D991D76-D6FE-4A49-9227-5B5C5DEFEE69}"/>
          </ac:spMkLst>
        </pc:spChg>
        <pc:spChg chg="mod">
          <ac:chgData name="Prasad Kulkarni" userId="c32e034ba3c684c1" providerId="LiveId" clId="{535765EC-E4B8-421B-8109-C8A216B99A24}" dt="2025-11-08T17:18:00.402" v="1077" actId="255"/>
          <ac:spMkLst>
            <pc:docMk/>
            <pc:sldMk cId="1959096609" sldId="263"/>
            <ac:spMk id="3" creationId="{40083406-4591-4464-AA3B-DE5076D2A22A}"/>
          </ac:spMkLst>
        </pc:spChg>
        <pc:picChg chg="add del mod">
          <ac:chgData name="Prasad Kulkarni" userId="c32e034ba3c684c1" providerId="LiveId" clId="{535765EC-E4B8-421B-8109-C8A216B99A24}" dt="2025-11-08T17:15:44.643" v="1045" actId="478"/>
          <ac:picMkLst>
            <pc:docMk/>
            <pc:sldMk cId="1959096609" sldId="263"/>
            <ac:picMk id="5" creationId="{8116759D-5956-4710-8164-EF7CEC91C319}"/>
          </ac:picMkLst>
        </pc:picChg>
      </pc:sldChg>
      <pc:sldChg chg="modSp new del mod">
        <pc:chgData name="Prasad Kulkarni" userId="c32e034ba3c684c1" providerId="LiveId" clId="{535765EC-E4B8-421B-8109-C8A216B99A24}" dt="2025-11-08T17:10:09.081" v="964" actId="2696"/>
        <pc:sldMkLst>
          <pc:docMk/>
          <pc:sldMk cId="3274090666" sldId="263"/>
        </pc:sldMkLst>
        <pc:spChg chg="mod">
          <ac:chgData name="Prasad Kulkarni" userId="c32e034ba3c684c1" providerId="LiveId" clId="{535765EC-E4B8-421B-8109-C8A216B99A24}" dt="2025-11-08T17:06:44.010" v="873" actId="27636"/>
          <ac:spMkLst>
            <pc:docMk/>
            <pc:sldMk cId="3274090666" sldId="263"/>
            <ac:spMk id="2" creationId="{F2D7C034-8234-4F4D-9031-A628AE0E7619}"/>
          </ac:spMkLst>
        </pc:spChg>
        <pc:spChg chg="mod">
          <ac:chgData name="Prasad Kulkarni" userId="c32e034ba3c684c1" providerId="LiveId" clId="{535765EC-E4B8-421B-8109-C8A216B99A24}" dt="2025-11-08T17:09:48.988" v="963" actId="27636"/>
          <ac:spMkLst>
            <pc:docMk/>
            <pc:sldMk cId="3274090666" sldId="263"/>
            <ac:spMk id="3" creationId="{07512512-987D-4EF7-8CED-2072D2D35175}"/>
          </ac:spMkLst>
        </pc:spChg>
      </pc:sldChg>
      <pc:sldChg chg="modSp new mod">
        <pc:chgData name="Prasad Kulkarni" userId="c32e034ba3c684c1" providerId="LiveId" clId="{535765EC-E4B8-421B-8109-C8A216B99A24}" dt="2025-11-08T17:33:57.823" v="1357" actId="14100"/>
        <pc:sldMkLst>
          <pc:docMk/>
          <pc:sldMk cId="3040835819" sldId="264"/>
        </pc:sldMkLst>
        <pc:spChg chg="mod">
          <ac:chgData name="Prasad Kulkarni" userId="c32e034ba3c684c1" providerId="LiveId" clId="{535765EC-E4B8-421B-8109-C8A216B99A24}" dt="2025-11-08T17:17:37.750" v="1074" actId="122"/>
          <ac:spMkLst>
            <pc:docMk/>
            <pc:sldMk cId="3040835819" sldId="264"/>
            <ac:spMk id="2" creationId="{4A87AEC4-D9F0-4E5A-B0EB-DD0422D71B47}"/>
          </ac:spMkLst>
        </pc:spChg>
        <pc:spChg chg="mod">
          <ac:chgData name="Prasad Kulkarni" userId="c32e034ba3c684c1" providerId="LiveId" clId="{535765EC-E4B8-421B-8109-C8A216B99A24}" dt="2025-11-08T17:33:57.823" v="1357" actId="14100"/>
          <ac:spMkLst>
            <pc:docMk/>
            <pc:sldMk cId="3040835819" sldId="264"/>
            <ac:spMk id="3" creationId="{29C8AA10-096F-4EF7-A04D-44241838B161}"/>
          </ac:spMkLst>
        </pc:spChg>
      </pc:sldChg>
      <pc:sldChg chg="addSp modSp new mod modClrScheme chgLayout">
        <pc:chgData name="Prasad Kulkarni" userId="c32e034ba3c684c1" providerId="LiveId" clId="{535765EC-E4B8-421B-8109-C8A216B99A24}" dt="2025-11-08T17:36:13.169" v="1374" actId="20577"/>
        <pc:sldMkLst>
          <pc:docMk/>
          <pc:sldMk cId="681808811" sldId="265"/>
        </pc:sldMkLst>
        <pc:spChg chg="add mod">
          <ac:chgData name="Prasad Kulkarni" userId="c32e034ba3c684c1" providerId="LiveId" clId="{535765EC-E4B8-421B-8109-C8A216B99A24}" dt="2025-11-08T17:36:13.169" v="1374" actId="20577"/>
          <ac:spMkLst>
            <pc:docMk/>
            <pc:sldMk cId="681808811" sldId="265"/>
            <ac:spMk id="2" creationId="{E39EF254-FCF1-4914-A1E4-F9E7A37F50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0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40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08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37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7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8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0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36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5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83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7315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7547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67712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6312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46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2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8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4CC5-59DE-4D54-9738-92F39E2F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PROJECT-  SUPERSTORE SALES DASHBOARD (PBI)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54DA2-E02B-40D7-9830-3433AF7EC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NAME-  PRASAD.M.KULKARNI</a:t>
            </a:r>
          </a:p>
          <a:p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COURSE- DATA SCIENCE AND AI</a:t>
            </a:r>
          </a:p>
          <a:p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DATE-  10 TH NOVEMBER 2025</a:t>
            </a:r>
            <a:b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521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86E5-28C3-4D43-BD3D-083581FD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76" y="304801"/>
            <a:ext cx="8633763" cy="1120588"/>
          </a:xfrm>
        </p:spPr>
        <p:txBody>
          <a:bodyPr/>
          <a:lstStyle/>
          <a:p>
            <a:pPr algn="ctr"/>
            <a:r>
              <a:rPr lang="en-US" sz="3200" dirty="0"/>
              <a:t>PROBLEM STATEMENT AND OBJECTIVE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70116-4094-486F-B715-DE15B8F17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376" y="1541929"/>
            <a:ext cx="8633763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Problem Statement -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Due to the absence of clear product- and region-level analytics, the sales team was unable to monitor performance trends effectively, resulting in missed opportunities for targeted sales strategies and revenue optimization.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Objective/Goal -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 create an interactive dashboard that displays key KPIs, trends, and forecasts to support strategic decision-making and help the organization fulfill long term vision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9543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640-6FC8-4803-A8C2-A6248D5A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152400"/>
            <a:ext cx="7958331" cy="1129553"/>
          </a:xfrm>
        </p:spPr>
        <p:txBody>
          <a:bodyPr/>
          <a:lstStyle/>
          <a:p>
            <a:pPr algn="ctr"/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B1F24-BAA9-4152-A14B-62DB7AC46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29" y="1613647"/>
            <a:ext cx="8418610" cy="496644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DATA SOURCES - CSV AND EXCEL</a:t>
            </a:r>
          </a:p>
          <a:p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KEY METRICS ADDRESSED IN PROJECT - SALES BY SEGMENT/REGION/ PAYMENT MODE, MONTHLY PROFIT, AVERAGE DELIVERY(DAX FUNCTION)</a:t>
            </a:r>
          </a:p>
          <a:p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DATA CLEANING CHALLENGES FACED DURING PROJECT IMPLEMENTATION- NULL/DUPLICATE VALUES, INCONSISTENT DATA FORMAT,HANDLING OUTLIERS/MISSING DATA</a:t>
            </a:r>
          </a:p>
        </p:txBody>
      </p:sp>
    </p:spTree>
    <p:extLst>
      <p:ext uri="{BB962C8B-B14F-4D97-AF65-F5344CB8AC3E}">
        <p14:creationId xmlns:p14="http://schemas.microsoft.com/office/powerpoint/2010/main" val="205670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5090-8E42-41D5-89AE-55CA50C0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STEPS PERFORMED: ETL IN POWER QUERY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05D5-68EA-4A27-BF80-A53962959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730188"/>
            <a:ext cx="10056856" cy="45720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DATA CLEANING-REMOVING NULLS/REPEATED VALUES/INCORRECT DATA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CALCULATED COLUMNS/DAX MEASURES- AVERAGE DELIVERY</a:t>
            </a:r>
          </a:p>
          <a:p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DAX MEASURE SHOWN BELOW:</a:t>
            </a:r>
          </a:p>
          <a:p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6A35E-E533-464E-A046-8AACD562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4" y="4382141"/>
            <a:ext cx="8906572" cy="5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04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E7A-056E-4C02-B05E-91604A36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DAX MEASURES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6D43-6233-48BC-9AB2-C9340E0B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609666" cy="3880773"/>
          </a:xfrm>
        </p:spPr>
        <p:txBody>
          <a:bodyPr/>
          <a:lstStyle/>
          <a:p>
            <a:r>
              <a:rPr lang="en-IN" sz="1400" b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DAX Function calculated for Sales Forecast using Summarize function shown below.</a:t>
            </a:r>
          </a:p>
          <a:p>
            <a:endParaRPr lang="en-IN" sz="14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400" b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Sales Forecast = SUMMARIZE ('Super Store _ Sales_ Dataset', 'Super Store_ Sales_ Dataset’ [Order Date],"Total Sales", SUM(Super Store_ Sales_ Dataset[Sales]))</a:t>
            </a:r>
          </a:p>
          <a:p>
            <a:endParaRPr lang="en-IN" sz="14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400" b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DAX Function for Average Delivery calculated using Dated </a:t>
            </a:r>
            <a:r>
              <a:rPr lang="en-IN" sz="1400" dirty="0">
                <a:latin typeface="Verdana" panose="020B0604030504040204" pitchFamily="34" charset="0"/>
                <a:ea typeface="Verdana" panose="020B0604030504040204" pitchFamily="34" charset="0"/>
              </a:rPr>
              <a:t>IFF</a:t>
            </a:r>
            <a:r>
              <a:rPr lang="en-IN" sz="1400" b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function shown below.</a:t>
            </a:r>
          </a:p>
          <a:p>
            <a:endParaRPr lang="en-IN" sz="14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14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09035-2EF2-4157-8C70-66A87FCB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4801241"/>
            <a:ext cx="7324724" cy="5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5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4D4E-E55F-4ADE-BF43-86904E17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DASHBOARD DESIGN LAYOUT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E16A0-ED4F-4619-98D4-B9634310F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488" y="2160588"/>
            <a:ext cx="6903062" cy="3881437"/>
          </a:xfrm>
        </p:spPr>
      </p:pic>
    </p:spTree>
    <p:extLst>
      <p:ext uri="{BB962C8B-B14F-4D97-AF65-F5344CB8AC3E}">
        <p14:creationId xmlns:p14="http://schemas.microsoft.com/office/powerpoint/2010/main" val="144244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1D76-D6FE-4A49-9227-5B5C5DEF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DASHBOARD EXPLANATION AND METRICS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3406-4591-4464-AA3B-DE5076D2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Use of Donut Chart to represent “Sum of Sales” by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“Region/Segment/Payment Mode”. Systematic representation which will help stakeholders to capture key insights and will ultimately help the organization in the near future.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Monthly Profit and Monthly Sales shown via Area Chart for the respective years 2019 and 2020. Area Chart used to highlight magnitude of values.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Smart Narrative also used which highlights key insights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09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AEC4-D9F0-4E5A-B0EB-DD0422D7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8AA10-096F-4EF7-A04D-44241838B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3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 Sum of Sales by Region-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Western Region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dominates (33%) followed by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East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(29%) ,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Central Region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(22%) and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South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(16%).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Standard Mode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is generally the preferred ship mode.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Cash on Delivery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is the preferred mode of Payment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83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F254-FCF1-4914-A1E4-F9E7A37F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19166" cy="6019800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THANK</a:t>
            </a:r>
            <a:br>
              <a:rPr lang="en-US" sz="9600" dirty="0"/>
            </a:br>
            <a:br>
              <a:rPr lang="en-US" sz="9600" dirty="0"/>
            </a:br>
            <a:r>
              <a:rPr lang="en-US" sz="9600" dirty="0"/>
              <a:t>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6818088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379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Trebuchet MS</vt:lpstr>
      <vt:lpstr>Verdana</vt:lpstr>
      <vt:lpstr>Wingdings 3</vt:lpstr>
      <vt:lpstr>Facet</vt:lpstr>
      <vt:lpstr>PROJECT-  SUPERSTORE SALES DASHBOARD (PBI)</vt:lpstr>
      <vt:lpstr>PROBLEM STATEMENT AND OBJECTIVE</vt:lpstr>
      <vt:lpstr>DATA OVERVIEW</vt:lpstr>
      <vt:lpstr>STEPS PERFORMED: ETL IN POWER QUERY</vt:lpstr>
      <vt:lpstr>KEY DAX MEASURES</vt:lpstr>
      <vt:lpstr>DASHBOARD DESIGN LAYOUT</vt:lpstr>
      <vt:lpstr>DASHBOARD EXPLANATION AND METRICS USED</vt:lpstr>
      <vt:lpstr>KEY INSIGHTS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  SUPERSTORE SALES DASHBOARD(PBI)  NAME- PRASAD.M.KULKARNI</dc:title>
  <dc:creator>Prasad Kulkarni</dc:creator>
  <cp:lastModifiedBy>Prasad Kulkarni</cp:lastModifiedBy>
  <cp:revision>12</cp:revision>
  <dcterms:created xsi:type="dcterms:W3CDTF">2025-11-08T13:54:29Z</dcterms:created>
  <dcterms:modified xsi:type="dcterms:W3CDTF">2025-11-08T17:36:53Z</dcterms:modified>
</cp:coreProperties>
</file>